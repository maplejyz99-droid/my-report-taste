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a7d2cf4bc4ce6" /><Relationship Type="http://schemas.openxmlformats.org/officeDocument/2006/relationships/extended-properties" Target="/docProps/app.xml" Id="Rab5f11c9ecb846d9" /><Relationship Type="http://schemas.openxmlformats.org/officeDocument/2006/relationships/officeDocument" Target="/ppt/presentation.xml" Id="R73e52cb9dc66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d9100be3a4e8a"/>
  </p:sldMasterIdLst>
  <p:notesMasterIdLst>
    <p:notesMasterId xmlns:r="http://schemas.openxmlformats.org/officeDocument/2006/relationships" r:id="R0d61a38ca38d4bec"/>
  </p:notesMasterIdLst>
  <p:sldIdLst>
    <p:sldId xmlns:r="http://schemas.openxmlformats.org/officeDocument/2006/relationships" id="256" r:id="Rc08f9b47eb4d4f03"/>
    <p:sldId xmlns:r="http://schemas.openxmlformats.org/officeDocument/2006/relationships" id="257" r:id="Rdd1750e24377437a"/>
    <p:sldId xmlns:r="http://schemas.openxmlformats.org/officeDocument/2006/relationships" id="258" r:id="Ra29f76e49db0410d"/>
    <p:sldId xmlns:r="http://schemas.openxmlformats.org/officeDocument/2006/relationships" id="259" r:id="Ra2156a17e3d544a3"/>
    <p:sldId xmlns:r="http://schemas.openxmlformats.org/officeDocument/2006/relationships" id="260" r:id="R7afa98e85d564e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3787528014a00" /><Relationship Type="http://schemas.openxmlformats.org/officeDocument/2006/relationships/slideMaster" Target="/ppt/slideMasters/slideMaster1.xml" Id="R81bd9100be3a4e8a" /><Relationship Type="http://schemas.openxmlformats.org/officeDocument/2006/relationships/notesMaster" Target="/ppt/notesMasters/notesMaster1.xml" Id="R0d61a38ca38d4bec" /><Relationship Type="http://schemas.openxmlformats.org/officeDocument/2006/relationships/presProps" Target="/ppt/presProps.xml" Id="R9ffda993b87648e0" /><Relationship Type="http://schemas.openxmlformats.org/officeDocument/2006/relationships/tableStyles" Target="/ppt/tableStyles.xml" Id="R5ea5b529748849fc" /><Relationship Type="http://schemas.openxmlformats.org/officeDocument/2006/relationships/slide" Target="/ppt/slides/slide1.xml" Id="Rc08f9b47eb4d4f03" /><Relationship Type="http://schemas.openxmlformats.org/officeDocument/2006/relationships/slide" Target="/ppt/slides/slide2.xml" Id="Rdd1750e24377437a" /><Relationship Type="http://schemas.openxmlformats.org/officeDocument/2006/relationships/slide" Target="/ppt/slides/slide3.xml" Id="Ra29f76e49db0410d" /><Relationship Type="http://schemas.openxmlformats.org/officeDocument/2006/relationships/slide" Target="/ppt/slides/slide4.xml" Id="Ra2156a17e3d544a3" /><Relationship Type="http://schemas.openxmlformats.org/officeDocument/2006/relationships/slide" Target="/ppt/slides/slide5.xml" Id="R7afa98e85d56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f4471abf9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0cd9a0a58439a" /><Relationship Type="http://schemas.openxmlformats.org/officeDocument/2006/relationships/notesMaster" Target="/ppt/notesMasters/notesMaster1.xml" Id="R73c2232036f845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921f3f9ef45c7" /><Relationship Type="http://schemas.openxmlformats.org/officeDocument/2006/relationships/notesMaster" Target="/ppt/notesMasters/notesMaster1.xml" Id="R895795214c9f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9a832a3bfa41b7" /><Relationship Type="http://schemas.openxmlformats.org/officeDocument/2006/relationships/notesMaster" Target="/ppt/notesMasters/notesMaster1.xml" Id="R113a93f577dd43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0387aff6b43cd" /><Relationship Type="http://schemas.openxmlformats.org/officeDocument/2006/relationships/notesMaster" Target="/ppt/notesMasters/notesMaster1.xml" Id="R871a014de8fd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bc232a3974d87" /><Relationship Type="http://schemas.openxmlformats.org/officeDocument/2006/relationships/notesMaster" Target="/ppt/notesMasters/notesMaster1.xml" Id="R35a26605295545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source.json (candidate-filter-fixture-v1). All values are synthetic.</a:t>
            </a:r>
          </a:p>
          <a:p xmlns:a="http://schemas.openxmlformats.org/drawingml/2006/main">
            <a:r>
              <a:t>Scripts: script-en.md and script-zh.md, matching S01.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source.json (candidate-filter-fixture-v1). All values are synthetic.</a:t>
            </a:r>
          </a:p>
          <a:p xmlns:a="http://schemas.openxmlformats.org/drawingml/2006/main">
            <a:r>
              <a:t>Scripts: script-en.md and script-zh.md, matching S02.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[slide-id:S03] [role:main]</a:t>
            </a:r>
          </a:p>
          <a:p xmlns:a="http://schemas.openxmlformats.org/drawingml/2006/main">
            <a:r>
              <a:t>Source: source.json (candidate-filter-fixture-v1). All values are synthetic.</a:t>
            </a:r>
          </a:p>
          <a:p xmlns:a="http://schemas.openxmlformats.org/drawingml/2006/main">
            <a:r>
              <a:t>Scripts: script-en.md and script-zh.md, matching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[slide-id:S04] [role:main]</a:t>
            </a:r>
          </a:p>
          <a:p xmlns:a="http://schemas.openxmlformats.org/drawingml/2006/main">
            <a:r>
              <a:t>Source: source.json (candidate-filter-fixture-v1). All values are synthetic.</a:t>
            </a:r>
          </a:p>
          <a:p xmlns:a="http://schemas.openxmlformats.org/drawingml/2006/main">
            <a:r>
              <a:t>Scripts: script-en.md and script-zh.md, matching S04.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[slide-id:S05] [role:backup]</a:t>
            </a:r>
          </a:p>
          <a:p xmlns:a="http://schemas.openxmlformats.org/drawingml/2006/main">
            <a:r>
              <a:t>Source: source.json (candidate-filter-fixture-v1). All values are synthetic.</a:t>
            </a:r>
          </a:p>
          <a:p xmlns:a="http://schemas.openxmlformats.org/drawingml/2006/main">
            <a:r>
              <a:t>Scripts: script-en.md and script-zh.md, matching S05.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6d099398446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6809c2886448c3" /><Relationship Type="http://schemas.openxmlformats.org/officeDocument/2006/relationships/slideLayout" Target="/ppt/slideLayouts/slideLayout1.xml" Id="Rb856533c3afb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6533c3afb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ecda3ee4142da" /><Relationship Type="http://schemas.openxmlformats.org/officeDocument/2006/relationships/notesSlide" Target="/ppt/notesSlides/notesSlide1.xml" Id="R3484161f55b043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fd4a343494753" /><Relationship Type="http://schemas.openxmlformats.org/officeDocument/2006/relationships/notesSlide" Target="/ppt/notesSlides/notesSlide2.xml" Id="R583e049f75ec40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9c8d8c1b54c87" /><Relationship Type="http://schemas.openxmlformats.org/officeDocument/2006/relationships/notesSlide" Target="/ppt/notesSlides/notesSlide3.xml" Id="R41f7f09857f2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43423dd3a4116" /><Relationship Type="http://schemas.openxmlformats.org/officeDocument/2006/relationships/notesSlide" Target="/ppt/notesSlides/notesSlide4.xml" Id="Re2318494a3f6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0c6e2d374539" /><Relationship Type="http://schemas.openxmlformats.org/officeDocument/2006/relationships/notesSlide" Target="/ppt/notesSlides/notesSlide5.xml" Id="R21f99783949341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C9D36-82D0-4991-8A1D-DE0969B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Candidate filtering: accuracy and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C60EF-110F-4DD7-A31E-B1A30E66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Synthetic teaching data · no real experiment or deployment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56D0E-C1A7-47BB-8AF9-216BB62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7230F-82E7-4380-B2ED-3515152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19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How does selecting candidates before ranking</a:t>
            </a:r>
          </a:p>
          <a:p xmlns:a="http://schemas.openxmlformats.org/drawingml/2006/main">
            <a:pPr>
              <a:defRPr sz="285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change answer quality and time per query?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40B21-DC59-4F73-AC74-F9B6BDF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0E4F7-76FF-40F9-B2BB-2FC73718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Correct top results (%)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6C5F-45B9-4AFA-AA7D-C7F323B3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9656C-A0E8-49CE-99B7-726203E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Milliseconds per query</a:t>
            </a:r>
          </a:p>
        </p:txBody>
      </p:sp>
    </p:spTree>
    <p:extLst>
      <p:ext uri="{BB962C8B-B14F-4D97-AF65-F5344CB8AC3E}">
        <p14:creationId xmlns:p14="http://schemas.microsoft.com/office/powerpoint/2010/main" val="305908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6F951-16D1-451D-96B5-3091C78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A filter selects candidates before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EF22C-79AB-4938-BFDE-C5890B3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Synthetic teaching data · no real experiment or deployment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77A5B-A377-4D71-8EA9-A40A51BD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41D5-755B-41F1-91C0-05A1D250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FF654-193B-472C-9493-6FF3F01E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6ADCB-E40A-4475-BE1E-1575915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>
              <a:defRPr sz="2325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98E17-0842-4D07-8EBD-294F94F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C8476-A6BD-46ED-AA68-BBB8E20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1FEE-6BAC-4F7D-9BBD-49BA960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EEC1F-104B-45C6-B075-DBE3917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6C2E-BFC1-4118-B574-A1F636E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The ranker can only order the candidates it receives.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91D45-A59E-45D9-8D26-41098627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A conceptual sequence; candidate recall and actual savings are unmeasured.</a:t>
            </a:r>
          </a:p>
        </p:txBody>
      </p:sp>
    </p:spTree>
    <p:extLst>
      <p:ext uri="{BB962C8B-B14F-4D97-AF65-F5344CB8AC3E}">
        <p14:creationId xmlns:p14="http://schemas.microsoft.com/office/powerpoint/2010/main" val="17336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97A4E-B9DC-4E2A-A220-DD04951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The compact setting reaches 86.0% at 85 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1DDE4-0F8E-4A03-93FE-CE7E0B6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Synthetic teaching data · no real experiment or deployment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53164-D439-4C0E-A037-EF04705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571750"/>
                <a:gridCol w="367665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57B8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90500" marR="152400" marT="171450" marB="133350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57B8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90500" marR="152400" marT="171450" marB="133350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57B8"/>
                          </a:solidFill>
                          <a:latin typeface="Arial"/>
                          <a:ea typeface="Arial"/>
                          <a:cs typeface="Arial"/>
                        </a:rPr>
                        <a:t>Latency (ms / query)</a:t>
                      </a:r>
                    </a:p>
                  </a:txBody>
                  <a:tcPr marL="190500" marR="152400" marT="171450" marB="133350">
                    <a:solidFill>
                      <a:srgbClr val="EAF0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90500" marR="152400" marT="171450" marB="133350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90500" marR="152400" marT="171450" marB="133350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90500" marR="152400" marT="171450" marB="133350">
                    <a:solidFill>
                      <a:srgbClr val="F3F6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82C45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90500" marR="152400" marT="1714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112D9-BBB7-46F5-9EFA-A31A9467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Compact vs. baseline: +2.0 percentage points; 35 ms less per query</a:t>
            </a:r>
          </a:p>
        </p:txBody>
      </p:sp>
    </p:spTree>
    <p:extLst>
      <p:ext uri="{BB962C8B-B14F-4D97-AF65-F5344CB8AC3E}">
        <p14:creationId xmlns:p14="http://schemas.microsoft.com/office/powerpoint/2010/main" val="2135305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1A63B-CE4F-488A-AFC5-E3935DCB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The comparison still needs repeated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E6C71-F0F4-48E9-B9B3-52B6590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Synthetic teaching data · no real experiment or deployment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8F0AD-0D1E-4FB4-B5EA-26D8A6F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B1A98-7220-4026-9296-DBEDA370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What the fixture shows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AC0E-CF21-4D0D-94E4-B49120EF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The compact setting has higher</a:t>
            </a:r>
          </a:p>
          <a:p xmlns:a="http://schemas.openxmlformats.org/drawingml/2006/main">
            <a:pPr>
              <a:defRPr sz="225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accuracy and lower latency</a:t>
            </a:r>
          </a:p>
          <a:p xmlns:a="http://schemas.openxmlformats.org/drawingml/2006/main">
            <a:pPr>
              <a:defRPr sz="225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than the baseline in these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5A8A6-C987-4DBD-9A4F-5D15C32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Still unmeasured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94723-2835-4153-A4BA-74B94488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8387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Repeatability</a:t>
            </a:r>
          </a:p>
          <a:p xmlns:a="http://schemas.openxmlformats.org/drawingml/2006/main">
            <a:pPr>
              <a:defRPr sz="210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Hardware and workload variation</a:t>
            </a:r>
          </a:p>
          <a:p xmlns:a="http://schemas.openxmlformats.org/drawingml/2006/main">
            <a:pPr>
              <a:defRPr sz="210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Memory use</a:t>
            </a:r>
          </a:p>
          <a:p xmlns:a="http://schemas.openxmlformats.org/drawingml/2006/main">
            <a:pPr>
              <a:defRPr sz="210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Candidate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CCA90-5666-4C15-B941-A19D77D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C45"/>
                </a:solidFill>
                <a:latin typeface="Arial"/>
                <a:ea typeface="Arial"/>
                <a:cs typeface="Arial"/>
              </a:rPr>
              <a:t>The synthetic values establish no real deployment advantage.</a:t>
            </a:r>
          </a:p>
        </p:txBody>
      </p:sp>
    </p:spTree>
    <p:extLst>
      <p:ext uri="{BB962C8B-B14F-4D97-AF65-F5344CB8AC3E}">
        <p14:creationId xmlns:p14="http://schemas.microsoft.com/office/powerpoint/2010/main" val="1332980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9B3C-42E5-49C2-858D-AB542BE2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Metric definitions and arithmetic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1EEBC-2020-4494-B7B4-35EF4A0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Synthetic teaching data · no real experiment or deployment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37DF9-AE19-4F6E-9A0B-3DBDF67F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9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AC09-6CD4-4AC3-8379-41E07EE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7242D-C8CB-4EC5-852A-5CC0266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Correct top results, expressed as a percentage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54F1-3AEC-4749-A6A5-D23FF14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C45"/>
                </a:solidFill>
                <a:latin typeface="Arial"/>
                <a:ea typeface="Arial"/>
                <a:cs typeface="Arial"/>
              </a:rPr>
              <a:t>86.0% − 84.0% = 2.0 percentage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D0984-8D6C-42BF-9AB4-39485916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57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57B8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D767A-1245-409E-BF37-EC97E7F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81425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C45"/>
                </a:solidFill>
                <a:latin typeface="Arial"/>
                <a:ea typeface="Arial"/>
                <a:cs typeface="Arial"/>
              </a:rPr>
              <a:t>120 − 85 = 35 ms less per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D474D-CAA2-4F15-A7C3-268238F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24375"/>
            <a:ext cx="767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C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C45"/>
                </a:solidFill>
                <a:latin typeface="Arial"/>
                <a:ea typeface="Arial"/>
                <a:cs typeface="Arial"/>
              </a:rPr>
              <a:t>35 / 120 ≈ 29.2% lower relative to the baseline</a:t>
            </a:r>
          </a:p>
        </p:txBody>
      </p:sp>
    </p:spTree>
    <p:extLst>
      <p:ext uri="{BB962C8B-B14F-4D97-AF65-F5344CB8AC3E}">
        <p14:creationId xmlns:p14="http://schemas.microsoft.com/office/powerpoint/2010/main" val="1426674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2026-10-07T08:59:01.3510000Z</dcterms:created>
  <dcterms:modified xsi:type="dcterms:W3CDTF">2026-10-07T08:59:01.3510000Z</dcterms:modified>
</coreProperties>
</file>