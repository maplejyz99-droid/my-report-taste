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e2b0196ead354473" /><Relationship Type="http://schemas.openxmlformats.org/officeDocument/2006/relationships/extended-properties" Target="/docProps/app.xml" Id="Rcb4fd3b6a1864e3d" /><Relationship Type="http://schemas.openxmlformats.org/officeDocument/2006/relationships/officeDocument" Target="/ppt/presentation.xml" Id="Rb1721c176b1f4eec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5e5a7609661e4225"/>
  </p:sldMasterIdLst>
  <p:notesMasterIdLst>
    <p:notesMasterId xmlns:r="http://schemas.openxmlformats.org/officeDocument/2006/relationships" r:id="R28a9479917984da2"/>
  </p:notesMasterIdLst>
  <p:sldIdLst>
    <p:sldId xmlns:r="http://schemas.openxmlformats.org/officeDocument/2006/relationships" id="256" r:id="R9758229bb3304923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b5a374080c614eb8" /><Relationship Type="http://schemas.openxmlformats.org/officeDocument/2006/relationships/slideMaster" Target="/ppt/slideMasters/slideMaster1.xml" Id="R5e5a7609661e4225" /><Relationship Type="http://schemas.openxmlformats.org/officeDocument/2006/relationships/notesMaster" Target="/ppt/notesMasters/notesMaster1.xml" Id="R28a9479917984da2" /><Relationship Type="http://schemas.openxmlformats.org/officeDocument/2006/relationships/presProps" Target="/ppt/presProps.xml" Id="Ra36e56407fef43d7" /><Relationship Type="http://schemas.openxmlformats.org/officeDocument/2006/relationships/tableStyles" Target="/ppt/tableStyles.xml" Id="Rf48e3f5aaefe49d9" /><Relationship Type="http://schemas.openxmlformats.org/officeDocument/2006/relationships/slide" Target="/ppt/slides/slide1.xml" Id="R9758229bb3304923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0fccf0fdda474de3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4d4ac77f2f4846e1" /><Relationship Type="http://schemas.openxmlformats.org/officeDocument/2006/relationships/notesMaster" Target="/ppt/notesMasters/notesMaster1.xml" Id="R7910d46bf6784bdb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[slide-id:S01] [role:main]</a:t>
            </a:r>
          </a:p>
          <a:p xmlns:a="http://schemas.openxmlformats.org/drawingml/2006/main">
            <a:r>
              <a:t>Preset: neutral-evidence-review; cards: GRD-008 + CLR-008.</a:t>
            </a:r>
          </a:p>
          <a:p xmlns:a="http://schemas.openxmlformats.org/drawingml/2006/main">
            <a:r>
              <a:t>Source: ../synthetic-study/source.json (candidate-filter-fixture-v1). All values are invented teaching data. One content-page example, not evidence of full-deck narrative validation.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309df03ee624cb4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389d171e9a974c74" /><Relationship Type="http://schemas.openxmlformats.org/officeDocument/2006/relationships/slideLayout" Target="/ppt/slideLayouts/slideLayout1.xml" Id="R26f595f1a9164939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26f595f1a9164939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737f6bfe9694584" /><Relationship Type="http://schemas.openxmlformats.org/officeDocument/2006/relationships/notesSlide" Target="/ppt/notesSlides/notesSlide1.xml" Id="R8e8f38d3144b44fa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5C0264E-A9BC-40A7-9A7B-D728988906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109728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707070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707070"/>
                </a:solidFill>
                <a:latin typeface="Arial"/>
                <a:ea typeface="Arial"/>
                <a:cs typeface="Arial"/>
              </a:rPr>
              <a:t>NEUTRAL EVIDENCE REVIEW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F2B8ED2-FD14-4856-B16A-1843808EE4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33425"/>
            <a:ext cx="109728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075" b="1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3075" b="1">
                <a:solidFill>
                  <a:srgbClr val="222222"/>
                </a:solidFill>
                <a:latin typeface="Arial"/>
                <a:ea typeface="Arial"/>
                <a:cs typeface="Arial"/>
              </a:rPr>
              <a:t>What the fixture cannot tell us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6484D5F-64F0-44BB-862D-067AAB241C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4840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0D0D0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1D87BCB-FE25-4B83-8EFB-A7404032B7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008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707070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707070"/>
                </a:solidFill>
                <a:latin typeface="Arial"/>
                <a:ea typeface="Arial"/>
                <a:cs typeface="Arial"/>
              </a:rPr>
              <a:t>SYNTHETIC TEACHING DATA  /  candidate-filter-fixture-v1  /  No real benchmark claim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47B9271-8231-4BA5-9971-8477FDBECD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71675"/>
            <a:ext cx="6762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707070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707070"/>
                </a:solidFill>
                <a:latin typeface="Arial"/>
                <a:ea typeface="Arial"/>
                <a:cs typeface="Arial"/>
              </a:rPr>
              <a:t>Source excerpt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8D4269B-D9FB-4D84-A448-6004E399DE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571750"/>
            <a:ext cx="6667500" cy="2990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4F4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90241E9-1670-4734-B61A-7BD7DA3364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" y="2800350"/>
            <a:ext cx="6229350" cy="2609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222222"/>
                </a:solidFill>
                <a:latin typeface="Courier New"/>
                <a:ea typeface="Courier New"/>
                <a:cs typeface="Courier New"/>
              </a:defRPr>
            </a:pPr>
            <a:r>
              <a:rPr sz="1725" b="0">
                <a:solidFill>
                  <a:srgbClr val="222222"/>
                </a:solidFill>
                <a:latin typeface="Courier New"/>
                <a:ea typeface="Courier New"/>
                <a:cs typeface="Courier New"/>
              </a:rPr>
              <a:t>"synthetic": true,</a:t>
            </a:r>
          </a:p>
          <a:p xmlns:a="http://schemas.openxmlformats.org/drawingml/2006/main">
            <a:pPr>
              <a:defRPr sz="1725" b="0">
                <a:solidFill>
                  <a:srgbClr val="222222"/>
                </a:solidFill>
                <a:latin typeface="Courier New"/>
                <a:ea typeface="Courier New"/>
                <a:cs typeface="Courier New"/>
              </a:defRPr>
            </a:pPr>
            <a:r>
              <a:rPr sz="1725" b="0">
                <a:solidFill>
                  <a:srgbClr val="222222"/>
                </a:solidFill>
                <a:latin typeface="Courier New"/>
                <a:ea typeface="Courier New"/>
                <a:cs typeface="Courier New"/>
              </a:rPr>
              <a:t>"unmeasured": [</a:t>
            </a:r>
          </a:p>
          <a:p xmlns:a="http://schemas.openxmlformats.org/drawingml/2006/main">
            <a:pPr>
              <a:defRPr sz="1725" b="0">
                <a:solidFill>
                  <a:srgbClr val="222222"/>
                </a:solidFill>
                <a:latin typeface="Courier New"/>
                <a:ea typeface="Courier New"/>
                <a:cs typeface="Courier New"/>
              </a:defRPr>
            </a:pPr>
            <a:r>
              <a:rPr sz="1725" b="0">
                <a:solidFill>
                  <a:srgbClr val="222222"/>
                </a:solidFill>
                <a:latin typeface="Courier New"/>
                <a:ea typeface="Courier New"/>
                <a:cs typeface="Courier New"/>
              </a:rPr>
              <a:t>  "Repeatability",</a:t>
            </a:r>
          </a:p>
          <a:p xmlns:a="http://schemas.openxmlformats.org/drawingml/2006/main">
            <a:pPr>
              <a:defRPr sz="1725" b="0">
                <a:solidFill>
                  <a:srgbClr val="222222"/>
                </a:solidFill>
                <a:latin typeface="Courier New"/>
                <a:ea typeface="Courier New"/>
                <a:cs typeface="Courier New"/>
              </a:defRPr>
            </a:pPr>
            <a:r>
              <a:rPr sz="1725" b="0">
                <a:solidFill>
                  <a:srgbClr val="222222"/>
                </a:solidFill>
                <a:latin typeface="Courier New"/>
                <a:ea typeface="Courier New"/>
                <a:cs typeface="Courier New"/>
              </a:rPr>
              <a:t>  "Hardware and workload variation",</a:t>
            </a:r>
          </a:p>
          <a:p xmlns:a="http://schemas.openxmlformats.org/drawingml/2006/main">
            <a:pPr>
              <a:defRPr sz="1725" b="0">
                <a:solidFill>
                  <a:srgbClr val="222222"/>
                </a:solidFill>
                <a:latin typeface="Courier New"/>
                <a:ea typeface="Courier New"/>
                <a:cs typeface="Courier New"/>
              </a:defRPr>
            </a:pPr>
            <a:r>
              <a:rPr sz="1725" b="0">
                <a:solidFill>
                  <a:srgbClr val="222222"/>
                </a:solidFill>
                <a:latin typeface="Courier New"/>
                <a:ea typeface="Courier New"/>
                <a:cs typeface="Courier New"/>
              </a:rPr>
              <a:t>  "Memory use",</a:t>
            </a:r>
          </a:p>
          <a:p xmlns:a="http://schemas.openxmlformats.org/drawingml/2006/main">
            <a:pPr>
              <a:defRPr sz="1725" b="0">
                <a:solidFill>
                  <a:srgbClr val="222222"/>
                </a:solidFill>
                <a:latin typeface="Courier New"/>
                <a:ea typeface="Courier New"/>
                <a:cs typeface="Courier New"/>
              </a:defRPr>
            </a:pPr>
            <a:r>
              <a:rPr sz="1725" b="0">
                <a:solidFill>
                  <a:srgbClr val="222222"/>
                </a:solidFill>
                <a:latin typeface="Courier New"/>
                <a:ea typeface="Courier New"/>
                <a:cs typeface="Courier New"/>
              </a:rPr>
              <a:t>  "Candidate recall"</a:t>
            </a:r>
          </a:p>
          <a:p xmlns:a="http://schemas.openxmlformats.org/drawingml/2006/main">
            <a:pPr>
              <a:defRPr sz="1725" b="0">
                <a:solidFill>
                  <a:srgbClr val="222222"/>
                </a:solidFill>
                <a:latin typeface="Courier New"/>
                <a:ea typeface="Courier New"/>
                <a:cs typeface="Courier New"/>
              </a:defRPr>
            </a:pPr>
            <a:r>
              <a:rPr sz="1725" b="0">
                <a:solidFill>
                  <a:srgbClr val="222222"/>
                </a:solidFill>
                <a:latin typeface="Courier New"/>
                <a:ea typeface="Courier New"/>
                <a:cs typeface="Courier New"/>
              </a:rPr>
              <a:t>]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1F22D37-7C88-4230-A141-B4E453C640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39075" y="2638425"/>
            <a:ext cx="361950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222222"/>
                </a:solidFill>
                <a:latin typeface="Arial"/>
                <a:ea typeface="Arial"/>
                <a:cs typeface="Arial"/>
              </a:rPr>
              <a:t>No error bars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301686D-15B2-4D1B-B1FF-B0FD7570C5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39075" y="3209925"/>
            <a:ext cx="36195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No repeated measurements</a:t>
            </a:r>
          </a:p>
          <a:p xmlns:a="http://schemas.openxmlformats.org/drawingml/2006/main">
            <a:pPr>
              <a:defRPr sz="195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to estimate uncertainty.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E7BE87D-E4BD-440D-9875-A2BE71DA81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39075" y="4219575"/>
            <a:ext cx="371475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222222"/>
                </a:solidFill>
                <a:latin typeface="Arial"/>
                <a:ea typeface="Arial"/>
                <a:cs typeface="Arial"/>
              </a:rPr>
              <a:t>No deployment claim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95B3A6F-38B3-4055-896E-E85BF0583E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39075" y="4800600"/>
            <a:ext cx="3714750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The source explicitly excludes</a:t>
            </a:r>
          </a:p>
          <a:p xmlns:a="http://schemas.openxmlformats.org/drawingml/2006/main">
            <a:pPr>
              <a:defRPr sz="195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a real evaluation setup.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1266F27-66C9-4121-9CB1-D04B6CE7AE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791200"/>
            <a:ext cx="10972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222222"/>
                </a:solidFill>
                <a:latin typeface="Arial"/>
                <a:ea typeface="Arial"/>
                <a:cs typeface="Arial"/>
              </a:rPr>
              <a:t>Four unmeasured conditions limit the interpretation.</a:t>
            </a:r>
          </a:p>
        </p:txBody>
      </p:sp>
    </p:spTree>
    <p:extLst>
      <p:ext uri="{BB962C8B-B14F-4D97-AF65-F5344CB8AC3E}">
        <p14:creationId xmlns:p14="http://schemas.microsoft.com/office/powerpoint/2010/main" val="949901841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2026-10-07T09:44:48.8300000Z</dcterms:created>
  <dcterms:modified xsi:type="dcterms:W3CDTF">2026-10-07T09:44:48.8300000Z</dcterms:modified>
</coreProperties>
</file>