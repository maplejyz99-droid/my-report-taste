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9620ab21874912" /><Relationship Type="http://schemas.openxmlformats.org/officeDocument/2006/relationships/extended-properties" Target="/docProps/app.xml" Id="Rd0b7e0e6d46a41a3" /><Relationship Type="http://schemas.openxmlformats.org/officeDocument/2006/relationships/officeDocument" Target="/ppt/presentation.xml" Id="R6c095c7756764c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5bc492f23941ae"/>
  </p:sldMasterIdLst>
  <p:notesMasterIdLst>
    <p:notesMasterId xmlns:r="http://schemas.openxmlformats.org/officeDocument/2006/relationships" r:id="R8738bb66c9d545c8"/>
  </p:notesMasterIdLst>
  <p:sldIdLst>
    <p:sldId xmlns:r="http://schemas.openxmlformats.org/officeDocument/2006/relationships" id="256" r:id="R3012faabc37344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34633966f7492e" /><Relationship Type="http://schemas.openxmlformats.org/officeDocument/2006/relationships/slideMaster" Target="/ppt/slideMasters/slideMaster1.xml" Id="R365bc492f23941ae" /><Relationship Type="http://schemas.openxmlformats.org/officeDocument/2006/relationships/notesMaster" Target="/ppt/notesMasters/notesMaster1.xml" Id="R8738bb66c9d545c8" /><Relationship Type="http://schemas.openxmlformats.org/officeDocument/2006/relationships/presProps" Target="/ppt/presProps.xml" Id="Rbb9d1731ede14b78" /><Relationship Type="http://schemas.openxmlformats.org/officeDocument/2006/relationships/tableStyles" Target="/ppt/tableStyles.xml" Id="R681404fd957442d5" /><Relationship Type="http://schemas.openxmlformats.org/officeDocument/2006/relationships/slide" Target="/ppt/slides/slide1.xml" Id="R3012faabc37344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ab4da722fa4b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f1a48d9aa442fb" /><Relationship Type="http://schemas.openxmlformats.org/officeDocument/2006/relationships/notesMaster" Target="/ppt/notesMasters/notesMaster1.xml" Id="R6109373d979d45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[slide-id:S01] [role:main]</a:t>
            </a:r>
          </a:p>
          <a:p xmlns:a="http://schemas.openxmlformats.org/drawingml/2006/main">
            <a:r>
              <a:t>Preset: project-green; cards: GRD-006 + CLR-006.</a:t>
            </a:r>
          </a:p>
          <a:p xmlns:a="http://schemas.openxmlformats.org/drawingml/2006/main">
            <a:r>
              <a:t>Source: ../synthetic-study/source.json (candidate-filter-fixture-v1). All values are invented teaching data. One content-page example, not evidence of full-deck narrative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7bbcb1eafd41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ebeda5db124170" /><Relationship Type="http://schemas.openxmlformats.org/officeDocument/2006/relationships/slideLayout" Target="/ppt/slideLayouts/slideLayout1.xml" Id="Rdb3b512b2ee047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3b512b2ee047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b1a65471443fd" /><Relationship Type="http://schemas.openxmlformats.org/officeDocument/2006/relationships/notesSlide" Target="/ppt/notesSlides/notesSlide1.xml" Id="Rf7891febfeee4f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ADD465-BCE1-41FF-86EF-936EA0CD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F67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763"/>
                </a:solidFill>
                <a:latin typeface="Arial"/>
                <a:ea typeface="Arial"/>
                <a:cs typeface="Arial"/>
              </a:rPr>
              <a:t>GREEN PROJECT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165B8-15AB-4ECC-BE8B-E8BCD104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008C63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008C63"/>
                </a:solidFill>
                <a:latin typeface="Arial"/>
                <a:ea typeface="Arial"/>
                <a:cs typeface="Arial"/>
              </a:rPr>
              <a:t>Repeatability is the next review milestone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7C078-996A-45B9-B78F-2C0BC85D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78F7A-3996-4D86-A3A0-9ED2EF70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7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763"/>
                </a:solidFill>
                <a:latin typeface="Arial"/>
                <a:ea typeface="Arial"/>
                <a:cs typeface="Arial"/>
              </a:rPr>
              <a:t>SYNTHETIC TEACHING DATA  /  candidate-filter-fixture-v1  /  No real benchmark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68909-4B70-443A-9B29-DEE9C34F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8C6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790C8-05BD-43AA-9F91-CABB54A5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F676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763"/>
                </a:solidFill>
                <a:latin typeface="Arial"/>
                <a:ea typeface="Arial"/>
                <a:cs typeface="Arial"/>
              </a:rPr>
              <a:t>Illustrative review plan, not an actual project status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83943-B56A-4B76-AC33-918EFD08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047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5F6763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5F676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3E6A0-6C2B-42DD-AD12-FBD05FD3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409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76185-A88C-4C50-A4F8-2C722427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Fixture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998C0-EB21-4191-A836-846B6D42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7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763"/>
                </a:solidFill>
                <a:latin typeface="Arial"/>
                <a:ea typeface="Arial"/>
                <a:cs typeface="Arial"/>
              </a:rPr>
              <a:t>Values specified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0C3B6-4EA9-4FFB-B85C-B7AB406B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95550"/>
            <a:ext cx="2047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5F6763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5F67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43FA0-F3A1-4B8E-82F4-5B332D2F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57550"/>
            <a:ext cx="2409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9CE73-9EDE-4575-B043-E684CBBD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5052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1B5C2-1004-476C-9986-E7378B11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7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763"/>
                </a:solidFill>
                <a:latin typeface="Arial"/>
                <a:ea typeface="Arial"/>
                <a:cs typeface="Arial"/>
              </a:rPr>
              <a:t>Deltas checked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962661-1AF8-4C77-937D-D785BB6A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95550"/>
            <a:ext cx="2047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08C63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8C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650F3-A4A0-43B9-995A-CE357615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57550"/>
            <a:ext cx="2409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8C6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F0E1E-3ABD-4196-9305-C1769C8E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052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Repeatability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12DB3E-FF57-4AE1-AE8A-383AC6FC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8C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8C63"/>
                </a:solidFill>
                <a:latin typeface="Arial"/>
                <a:ea typeface="Arial"/>
                <a:cs typeface="Arial"/>
              </a:rPr>
              <a:t>Measurements needed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8DF5EE-F219-41D3-BBED-F62D003B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95550"/>
            <a:ext cx="2047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5F6763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5F67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7C78D2-4AFF-4CBD-A6C4-87CF6428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257550"/>
            <a:ext cx="2409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6E2C94-D096-4D7F-A084-CAA741AB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5052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Deployment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9B343-2CF0-4C24-A3BA-7B8D44C4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0957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7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763"/>
                </a:solidFill>
                <a:latin typeface="Arial"/>
                <a:ea typeface="Arial"/>
                <a:cs typeface="Arial"/>
              </a:rPr>
              <a:t>Conditions unknown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EDA838-49BD-44D1-8D7E-881A4EE5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790575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E5F6F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570924-F705-4EDC-857F-D0A90595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10200"/>
            <a:ext cx="10553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Next evidence: repeated trials under stated hardware and workload conditions.</a:t>
            </a:r>
          </a:p>
        </p:txBody>
      </p:sp>
    </p:spTree>
    <p:extLst>
      <p:ext uri="{BB962C8B-B14F-4D97-AF65-F5344CB8AC3E}">
        <p14:creationId xmlns:p14="http://schemas.microsoft.com/office/powerpoint/2010/main" val="1668961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2026-10-07T09:44:46.4750000Z</dcterms:created>
  <dcterms:modified xsi:type="dcterms:W3CDTF">2026-10-07T09:44:46.4750000Z</dcterms:modified>
</coreProperties>
</file>