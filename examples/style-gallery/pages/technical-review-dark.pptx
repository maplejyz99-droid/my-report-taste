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980963c804f6e" /><Relationship Type="http://schemas.openxmlformats.org/officeDocument/2006/relationships/extended-properties" Target="/docProps/app.xml" Id="Rfccbef8355bd434d" /><Relationship Type="http://schemas.openxmlformats.org/officeDocument/2006/relationships/officeDocument" Target="/ppt/presentation.xml" Id="R08370fac64d5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eefd62e024d2c"/>
  </p:sldMasterIdLst>
  <p:notesMasterIdLst>
    <p:notesMasterId xmlns:r="http://schemas.openxmlformats.org/officeDocument/2006/relationships" r:id="Rb801fdd77e2941ee"/>
  </p:notesMasterIdLst>
  <p:sldIdLst>
    <p:sldId xmlns:r="http://schemas.openxmlformats.org/officeDocument/2006/relationships" id="256" r:id="R27e6d79eb61248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3522363544502" /><Relationship Type="http://schemas.openxmlformats.org/officeDocument/2006/relationships/slideMaster" Target="/ppt/slideMasters/slideMaster1.xml" Id="Rac3eefd62e024d2c" /><Relationship Type="http://schemas.openxmlformats.org/officeDocument/2006/relationships/notesMaster" Target="/ppt/notesMasters/notesMaster1.xml" Id="Rb801fdd77e2941ee" /><Relationship Type="http://schemas.openxmlformats.org/officeDocument/2006/relationships/presProps" Target="/ppt/presProps.xml" Id="Rb8532ec273d54d58" /><Relationship Type="http://schemas.openxmlformats.org/officeDocument/2006/relationships/tableStyles" Target="/ppt/tableStyles.xml" Id="R4b95b4e1ed174809" /><Relationship Type="http://schemas.openxmlformats.org/officeDocument/2006/relationships/slide" Target="/ppt/slides/slide1.xml" Id="R27e6d79eb61248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6f836f2a7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442c3807b942f7" /><Relationship Type="http://schemas.openxmlformats.org/officeDocument/2006/relationships/notesMaster" Target="/ppt/notesMasters/notesMaster1.xml" Id="R072f8d296098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technical-review-dark; cards: GRD-003 + CMP-001 + CLR-003.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8c565b28345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be5c81dd34c6b" /><Relationship Type="http://schemas.openxmlformats.org/officeDocument/2006/relationships/slideLayout" Target="/ppt/slideLayouts/slideLayout1.xml" Id="R6625e22c424149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5e22c424149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71197f2f44e63" /><Relationship Type="http://schemas.openxmlformats.org/officeDocument/2006/relationships/notesSlide" Target="/ppt/notesSlides/notesSlide1.xml" Id="Re6945a25b54e438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F4B"/>
            </a:gs>
            <a:gs pos="48000">
              <a:srgbClr val="071F29"/>
            </a:gs>
            <a:gs pos="100000">
              <a:srgbClr val="01080C"/>
            </a:gs>
          </a:gsLst>
          <a:path path="shape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A51C1-759C-4A08-B161-1FD598F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FB2"/>
                </a:solidFill>
                <a:latin typeface="Arial"/>
                <a:ea typeface="Arial"/>
                <a:cs typeface="Arial"/>
              </a:rPr>
              <a:t>DARK 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05EAB-FA6E-42F7-91D9-2ADD0CB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Three settings, one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F0196-7422-4769-B538-1982FC36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7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A1AA6-A746-4B04-98DD-47FFE56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8558-45BB-45A1-8988-EC66209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Compact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BC989-21C5-4FFE-9A9A-34610CB9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12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712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86.0%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BDB83-6D8E-4F09-82B7-E066530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7E9EA"/>
                </a:solidFill>
                <a:latin typeface="Arial"/>
                <a:ea typeface="Arial"/>
                <a:cs typeface="Arial"/>
              </a:rPr>
              <a:t>85 ms per 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D61CB-2471-4EF8-8115-EAE73774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810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Fixture comparison only.</a:t>
            </a:r>
          </a:p>
          <a:p xmlns:a="http://schemas.openxmlformats.org/drawingml/2006/main">
            <a:pPr>
              <a:defRPr sz="1800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No deployment validation.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953000" y="2114550"/>
          <a:ext xmlns:a="http://schemas.openxmlformats.org/drawingml/2006/main" cx="6629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6936"/>
                <a:gridCol w="1856232"/>
                <a:gridCol w="1856232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Latency (ms)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6E28E-8A1F-4DEB-9CDE-37A4AFA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7988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7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9379E-BACF-4B52-8D2D-37AEB7A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814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7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242F6-024F-4C8D-9B96-A42A2CAF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14863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5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D6E0C-B39B-4641-88BA-8864DB2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705475"/>
            <a:ext cx="6448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Higher accuracy and lower latency than baseline</a:t>
            </a:r>
          </a:p>
        </p:txBody>
      </p:sp>
    </p:spTree>
    <p:extLst>
      <p:ext uri="{BB962C8B-B14F-4D97-AF65-F5344CB8AC3E}">
        <p14:creationId xmlns:p14="http://schemas.microsoft.com/office/powerpoint/2010/main" val="955321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2026-10-07T09:44:45.1540000Z</dcterms:created>
  <dcterms:modified xsi:type="dcterms:W3CDTF">2026-10-07T09:44:45.1540000Z</dcterms:modified>
</coreProperties>
</file>