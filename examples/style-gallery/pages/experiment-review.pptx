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a44a56c2a44fc4" /><Relationship Type="http://schemas.openxmlformats.org/officeDocument/2006/relationships/extended-properties" Target="/docProps/app.xml" Id="R9517e4fa8e9746f4" /><Relationship Type="http://schemas.openxmlformats.org/officeDocument/2006/relationships/officeDocument" Target="/ppt/presentation.xml" Id="R49841536b82143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5ad95f2a64065"/>
  </p:sldMasterIdLst>
  <p:notesMasterIdLst>
    <p:notesMasterId xmlns:r="http://schemas.openxmlformats.org/officeDocument/2006/relationships" r:id="R1fa5461e60b1435b"/>
  </p:notesMasterIdLst>
  <p:sldIdLst>
    <p:sldId xmlns:r="http://schemas.openxmlformats.org/officeDocument/2006/relationships" id="256" r:id="R31c761b447a24b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77bc413b824465" /><Relationship Type="http://schemas.openxmlformats.org/officeDocument/2006/relationships/slideMaster" Target="/ppt/slideMasters/slideMaster1.xml" Id="R5285ad95f2a64065" /><Relationship Type="http://schemas.openxmlformats.org/officeDocument/2006/relationships/notesMaster" Target="/ppt/notesMasters/notesMaster1.xml" Id="R1fa5461e60b1435b" /><Relationship Type="http://schemas.openxmlformats.org/officeDocument/2006/relationships/presProps" Target="/ppt/presProps.xml" Id="R6f0d78db32ce420c" /><Relationship Type="http://schemas.openxmlformats.org/officeDocument/2006/relationships/tableStyles" Target="/ppt/tableStyles.xml" Id="R0dd654612f93441d" /><Relationship Type="http://schemas.openxmlformats.org/officeDocument/2006/relationships/slide" Target="/ppt/slides/slide1.xml" Id="R31c761b447a24b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9c8b5abc42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b57f85c0584361" /><Relationship Type="http://schemas.openxmlformats.org/officeDocument/2006/relationships/notesMaster" Target="/ppt/notesMasters/notesMaster1.xml" Id="Rc412af0c127f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experiment-review; cards: GRD-005 + DAT-001 + DAT-004 + CLR-002.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6853fc0eb4d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65917727dc47c6" /><Relationship Type="http://schemas.openxmlformats.org/officeDocument/2006/relationships/slideLayout" Target="/ppt/slideLayouts/slideLayout1.xml" Id="R5768797d042944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8797d042944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b4609ca4e4f53" /><Relationship Type="http://schemas.openxmlformats.org/officeDocument/2006/relationships/chart" Target="/ppt/slides/charts/chart1.xml" Id="R1ee076fdc7964a62" /><Relationship Type="http://schemas.openxmlformats.org/officeDocument/2006/relationships/notesSlide" Target="/ppt/notesSlides/notesSlide1.xml" Id="Rcebf2ad7f7dc41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Latency (ms)</c:v>
          </c:tx>
          <c:spPr>
            <a:solidFill xmlns:a="http://schemas.openxmlformats.org/drawingml/2006/main">
              <a:srgbClr val="91C5F0"/>
            </a:solidFill>
            <a:ln xmlns:a="http://schemas.openxmlformats.org/drawingml/2006/main" w="0">
              <a:noFill/>
            </a:ln>
          </c:spPr>
          <c:dPt>
            <c:idx val="1"/>
            <c:invertIfNegative val="0"/>
            <c:spPr>
              <a:solidFill xmlns:a="http://schemas.openxmlformats.org/drawingml/2006/main">
                <a:srgbClr val="0B6FC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Baseline</c:v>
                </c:pt>
                <c:pt idx="1">
                  <c:v>Compact filter</c:v>
                </c:pt>
                <c:pt idx="2">
                  <c:v>Large filter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120</c:v>
                </c:pt>
                <c:pt idx="1">
                  <c:v>85</c:v>
                </c:pt>
                <c:pt idx="2">
                  <c:v>160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343A4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6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AE4A1-FB94-432B-8E8D-8AF03C3B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B74"/>
                </a:solidFill>
                <a:latin typeface="Arial"/>
                <a:ea typeface="Arial"/>
                <a:cs typeface="Arial"/>
              </a:rPr>
              <a:t>EXPERIMENT AND PERFORMANCE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5AE8E-F93A-4D8A-BF80-591D8CEE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Compact filtering cuts fixture latency by 29.2%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15D6D-2CBA-4573-B91A-23097D0D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E3E83-B159-4CD1-9819-2CDE1072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B74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E0095-83BF-46D9-8FC2-D81F5C7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Latency per query (ms); smaller is better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e076fdc7964a6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518882-236E-4211-8613-0829F1F3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542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120 − 85 = 35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76C14-DEE4-40AC-993B-AB265A91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667375"/>
            <a:ext cx="539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Accuracy: 84.0% baseline, 86.0% compact</a:t>
            </a:r>
          </a:p>
        </p:txBody>
      </p:sp>
    </p:spTree>
    <p:extLst>
      <p:ext uri="{BB962C8B-B14F-4D97-AF65-F5344CB8AC3E}">
        <p14:creationId xmlns:p14="http://schemas.microsoft.com/office/powerpoint/2010/main" val="1588874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2026-10-07T09:44:42.5790000Z</dcterms:created>
  <dcterms:modified xsi:type="dcterms:W3CDTF">2026-10-07T09:44:42.5790000Z</dcterms:modified>
</coreProperties>
</file>