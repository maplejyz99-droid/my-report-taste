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81d8c28574a45" /><Relationship Type="http://schemas.openxmlformats.org/officeDocument/2006/relationships/extended-properties" Target="/docProps/app.xml" Id="R4fab465aea7b4428" /><Relationship Type="http://schemas.openxmlformats.org/officeDocument/2006/relationships/officeDocument" Target="/ppt/presentation.xml" Id="R0177d371ae1b42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2391a99be409a"/>
  </p:sldMasterIdLst>
  <p:notesMasterIdLst>
    <p:notesMasterId xmlns:r="http://schemas.openxmlformats.org/officeDocument/2006/relationships" r:id="R0dd98633639049fb"/>
  </p:notesMasterIdLst>
  <p:sldIdLst>
    <p:sldId xmlns:r="http://schemas.openxmlformats.org/officeDocument/2006/relationships" id="256" r:id="R1d8cb8cc47b94d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cd730dc4bd4a84" /><Relationship Type="http://schemas.openxmlformats.org/officeDocument/2006/relationships/slideMaster" Target="/ppt/slideMasters/slideMaster1.xml" Id="Rfaf2391a99be409a" /><Relationship Type="http://schemas.openxmlformats.org/officeDocument/2006/relationships/notesMaster" Target="/ppt/notesMasters/notesMaster1.xml" Id="R0dd98633639049fb" /><Relationship Type="http://schemas.openxmlformats.org/officeDocument/2006/relationships/presProps" Target="/ppt/presProps.xml" Id="R67c7cc5902b443d9" /><Relationship Type="http://schemas.openxmlformats.org/officeDocument/2006/relationships/tableStyles" Target="/ppt/tableStyles.xml" Id="Rbeb6bdcd6b7d4369" /><Relationship Type="http://schemas.openxmlformats.org/officeDocument/2006/relationships/slide" Target="/ppt/slides/slide1.xml" Id="R1d8cb8cc47b94d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19d9635e4f4f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5f800731c433b" /><Relationship Type="http://schemas.openxmlformats.org/officeDocument/2006/relationships/notesMaster" Target="/ppt/notesMasters/notesMaster1.xml" Id="Rd381161cef4a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academic-oral-wine; cards: NAR-001 + GRD-010 + CLR-010.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d80fb7352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f7d4909f44ee5" /><Relationship Type="http://schemas.openxmlformats.org/officeDocument/2006/relationships/slideLayout" Target="/ppt/slideLayouts/slideLayout1.xml" Id="R3aa4d863e4d1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4d863e4d1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fdb4685c447fc" /><Relationship Type="http://schemas.openxmlformats.org/officeDocument/2006/relationships/notesSlide" Target="/ppt/notesSlides/notesSlide1.xml" Id="R43a2fae62f3e4a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04DAA-1EA9-4C53-B67F-B7045B8D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6A73"/>
                </a:solidFill>
                <a:latin typeface="Arial"/>
                <a:ea typeface="Arial"/>
                <a:cs typeface="Arial"/>
              </a:rPr>
              <a:t>WINE ACADEMIC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2B78E-C47B-4B4E-AEC4-4EA8A613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The larger filter adds 0.5 pp at 75 ms extra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FC4E5-1EDE-451D-9ADF-38A8466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21E2F-4237-45D3-AEF0-0949169C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7F83A-0990-4D7B-AAB0-E43A0217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430"/>
                </a:solidFill>
                <a:latin typeface="Arial"/>
                <a:ea typeface="Arial"/>
                <a:cs typeface="Arial"/>
              </a:rPr>
              <a:t>Accuracy gains and latency costs must be read together.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7000875" cy="2790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0385"/>
                <a:gridCol w="1960245"/>
                <a:gridCol w="1960245"/>
              </a:tblGrid>
              <a:tr h="6977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Latency (ms)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</a:tr>
              <a:tr h="6977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77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D1E2F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AE9EC"/>
                    </a:solidFill>
                  </a:tcPr>
                </a:tc>
              </a:tr>
              <a:tr h="6977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F2430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9FB5E-4F54-4928-8A43-EB45BA50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0856"/>
            <a:ext cx="6657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D6FD9-A09E-48BF-81A1-53D4CA30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8563"/>
            <a:ext cx="6657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A8FED-9B2F-49B1-9D27-3472876F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6269"/>
            <a:ext cx="6657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A5A6E-90D3-4A1D-B66A-DFB46BD0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Compact to large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F0A6B-9EF5-41C3-8B6F-7D0A939B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476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F2430"/>
                </a:solidFill>
                <a:latin typeface="Arial"/>
                <a:ea typeface="Arial"/>
                <a:cs typeface="Arial"/>
              </a:rPr>
              <a:t>+0.5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4298E-F761-4700-B445-BD8147A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F243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F2430"/>
                </a:solidFill>
                <a:latin typeface="Arial"/>
                <a:ea typeface="Arial"/>
                <a:cs typeface="Arial"/>
              </a:rPr>
              <a:t>+75 ms / query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2C8CE-940D-45F3-8EA7-5DEDCB2A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No repeated trials or</a:t>
            </a:r>
          </a:p>
          <a:p xmlns:a="http://schemas.openxmlformats.org/drawingml/2006/main">
            <a:pPr>
              <a:defRPr sz="180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uncertainty estimates.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7F782-0DFD-4BD7-A026-0C2C7DDE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9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AEF3B-FEBD-4120-B679-0C8A360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591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D1E2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D1E2F"/>
                </a:solidFill>
                <a:latin typeface="Arial"/>
                <a:ea typeface="Arial"/>
                <a:cs typeface="Arial"/>
              </a:rPr>
              <a:t>The fixture supports a trade-off, not a general scaling claim.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B0CED-565E-4A7C-B849-EF8F50A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77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77CC"/>
                </a:solidFill>
                <a:latin typeface="Arial"/>
                <a:ea typeface="Arial"/>
                <a:cs typeface="Arial"/>
              </a:rPr>
              <a:t>Source: original synthetic fixture, rows 2–3. No external paper or experiment.</a:t>
            </a:r>
          </a:p>
        </p:txBody>
      </p:sp>
    </p:spTree>
    <p:extLst>
      <p:ext uri="{BB962C8B-B14F-4D97-AF65-F5344CB8AC3E}">
        <p14:creationId xmlns:p14="http://schemas.microsoft.com/office/powerpoint/2010/main" val="923448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2026-10-07T09:44:41.2420000Z</dcterms:created>
  <dcterms:modified xsi:type="dcterms:W3CDTF">2026-10-07T09:44:41.2420000Z</dcterms:modified>
</coreProperties>
</file>