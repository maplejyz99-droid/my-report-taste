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c2db9087c4c3e" /><Relationship Type="http://schemas.openxmlformats.org/officeDocument/2006/relationships/extended-properties" Target="/docProps/app.xml" Id="Rca85e3e032f248ac" /><Relationship Type="http://schemas.openxmlformats.org/officeDocument/2006/relationships/officeDocument" Target="/ppt/presentation.xml" Id="Rb8d772ba8bbb4a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db70e976e43cc"/>
  </p:sldMasterIdLst>
  <p:notesMasterIdLst>
    <p:notesMasterId xmlns:r="http://schemas.openxmlformats.org/officeDocument/2006/relationships" r:id="Raad47d506f6a4379"/>
  </p:notesMasterIdLst>
  <p:sldIdLst>
    <p:sldId xmlns:r="http://schemas.openxmlformats.org/officeDocument/2006/relationships" id="256" r:id="R3fee94ac655c42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eef1ae0b954d4a" /><Relationship Type="http://schemas.openxmlformats.org/officeDocument/2006/relationships/slideMaster" Target="/ppt/slideMasters/slideMaster1.xml" Id="Rbb7db70e976e43cc" /><Relationship Type="http://schemas.openxmlformats.org/officeDocument/2006/relationships/notesMaster" Target="/ppt/notesMasters/notesMaster1.xml" Id="Raad47d506f6a4379" /><Relationship Type="http://schemas.openxmlformats.org/officeDocument/2006/relationships/presProps" Target="/ppt/presProps.xml" Id="Red998c54c2274b19" /><Relationship Type="http://schemas.openxmlformats.org/officeDocument/2006/relationships/tableStyles" Target="/ppt/tableStyles.xml" Id="Rc1e14e6cea0b402a" /><Relationship Type="http://schemas.openxmlformats.org/officeDocument/2006/relationships/slide" Target="/ppt/slides/slide1.xml" Id="R3fee94ac655c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dcd945b314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c0650adb5428c" /><Relationship Type="http://schemas.openxmlformats.org/officeDocument/2006/relationships/notesMaster" Target="/ppt/notesMasters/notesMaster1.xml" Id="R6bb9a387116542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technical-review-light; cards: GRD-002 + PRC-001 + CLR-002.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872ff099e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2a11505094d16" /><Relationship Type="http://schemas.openxmlformats.org/officeDocument/2006/relationships/slideLayout" Target="/ppt/slideLayouts/slideLayout1.xml" Id="R6d769fb6be42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769fb6be42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f7531ce5e406d" /><Relationship Type="http://schemas.openxmlformats.org/officeDocument/2006/relationships/notesSlide" Target="/ppt/notesSlides/notesSlide1.xml" Id="Rb42180e6adfe46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A75BF-A2AD-4BA7-98BC-E3E7FD3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B74"/>
                </a:solidFill>
                <a:latin typeface="Arial"/>
                <a:ea typeface="Arial"/>
                <a:cs typeface="Arial"/>
              </a:rPr>
              <a:t>LIGHT 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B1B00-ADFF-4973-8953-B2ADCA34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Candidate selection precedes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84893-622D-4EEE-B31B-A310A3C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754C-B820-4BF4-A494-8283743B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B74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1B381-EAEC-4C92-901A-36957BB4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B74"/>
                </a:solidFill>
                <a:latin typeface="Arial"/>
                <a:ea typeface="Arial"/>
                <a:cs typeface="Arial"/>
              </a:rPr>
              <a:t>Conceptual data path. The fixture does not measure internal stage costs.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DC07C-45C2-4D48-B05D-5FC29604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8669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765EF-C473-4660-B777-CB9E5AA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D8DE3-349D-46ED-B834-39E8202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2476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6FC"/>
          </a:solidFill>
          <a:ln xmlns:a="http://schemas.openxmlformats.org/drawingml/2006/main" w="9525">
            <a:solidFill>
              <a:srgbClr val="0B6FC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EEF71-7A92-4B55-8C73-D67F244F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133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>
              <a:defRPr sz="202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77934-3301-416A-BA81-5E0A616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33725"/>
            <a:ext cx="21526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3C2B9-B60A-4397-B043-7FFEC2B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242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FCA8A-8965-41BE-86F6-2D1449FD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33725"/>
            <a:ext cx="2276475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E49E5-41CA-4B2B-8406-B1250A1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1933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3676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FCA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19750" y="367665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FCA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24875" y="36766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FC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C7B78-3858-4DFA-A408-21EF63B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815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3DEF7-5BA4-4B69-8D3A-3BD65A5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1656E-27B7-49F7-94B5-F0D9AD3A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4A400-BFA1-4FD1-8136-152B1DC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A ranker cannot recover candidates that the filter has removed.</a:t>
            </a:r>
          </a:p>
        </p:txBody>
      </p:sp>
    </p:spTree>
    <p:extLst>
      <p:ext uri="{BB962C8B-B14F-4D97-AF65-F5344CB8AC3E}">
        <p14:creationId xmlns:p14="http://schemas.microsoft.com/office/powerpoint/2010/main" val="428847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2026-10-07T09:44:44.1180000Z</dcterms:created>
  <dcterms:modified xsi:type="dcterms:W3CDTF">2026-10-07T09:44:44.1180000Z</dcterms:modified>
</coreProperties>
</file>