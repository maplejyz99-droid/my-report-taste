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ccf34bb644556" /><Relationship Type="http://schemas.openxmlformats.org/officeDocument/2006/relationships/extended-properties" Target="/docProps/app.xml" Id="R07a21108cf3347b5" /><Relationship Type="http://schemas.openxmlformats.org/officeDocument/2006/relationships/officeDocument" Target="/ppt/presentation.xml" Id="R0a49b7e93b07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3180de1bb4342"/>
  </p:sldMasterIdLst>
  <p:notesMasterIdLst>
    <p:notesMasterId xmlns:r="http://schemas.openxmlformats.org/officeDocument/2006/relationships" r:id="Rb0250a5186854962"/>
  </p:notesMasterIdLst>
  <p:sldIdLst>
    <p:sldId xmlns:r="http://schemas.openxmlformats.org/officeDocument/2006/relationships" id="256" r:id="R508e79b854d4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42899ae7a4d7a" /><Relationship Type="http://schemas.openxmlformats.org/officeDocument/2006/relationships/slideMaster" Target="/ppt/slideMasters/slideMaster1.xml" Id="R7dc3180de1bb4342" /><Relationship Type="http://schemas.openxmlformats.org/officeDocument/2006/relationships/notesMaster" Target="/ppt/notesMasters/notesMaster1.xml" Id="Rb0250a5186854962" /><Relationship Type="http://schemas.openxmlformats.org/officeDocument/2006/relationships/presProps" Target="/ppt/presProps.xml" Id="R98d353969b9a404c" /><Relationship Type="http://schemas.openxmlformats.org/officeDocument/2006/relationships/tableStyles" Target="/ppt/tableStyles.xml" Id="R9bb7632fd2824266" /><Relationship Type="http://schemas.openxmlformats.org/officeDocument/2006/relationships/slide" Target="/ppt/slides/slide1.xml" Id="R508e79b854d4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15ee6b7b4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a7b7413a94e7a" /><Relationship Type="http://schemas.openxmlformats.org/officeDocument/2006/relationships/notesMaster" Target="/ppt/notesMasters/notesMaster1.xml" Id="Rf38026429307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project-summary-dual-semantics; cards: GRD-007 + CLR-007.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9c300a00d48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41b14b08264411" /><Relationship Type="http://schemas.openxmlformats.org/officeDocument/2006/relationships/slideLayout" Target="/ppt/slideLayouts/slideLayout1.xml" Id="Rbe2babc1a51a4e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babc1a51a4e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443129734765" /><Relationship Type="http://schemas.openxmlformats.org/officeDocument/2006/relationships/notesSlide" Target="/ppt/notesSlides/notesSlide1.xml" Id="R341a1554716b4d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10DBF-08AD-4AE8-8683-2CB912B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6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76E"/>
                </a:solidFill>
                <a:latin typeface="Arial"/>
                <a:ea typeface="Arial"/>
                <a:cs typeface="Arial"/>
              </a:rPr>
              <a:t>BLUE AND SAND PROJECT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759B9-905B-4365-A828-8A1BD572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34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Fixture evidence and untested deployment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CD5A5-A1B2-4F9C-B3BA-02F943A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24FD6-7BDF-4095-9B34-EB4A0B8B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67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76E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06769-3519-4AE0-920E-4C6FC4D4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76200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D249B-122E-47B4-92C2-A2221859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571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Fixture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2E8C2-6A73-4DCD-B760-CC166C2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7167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71F48-8F90-4E23-BA15-CD692731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05075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DA9"/>
          </a:solidFill>
          <a:ln xmlns:a="http://schemas.openxmlformats.org/drawingml/2006/main" w="0">
            <a:noFill/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838200" y="2628900"/>
          <a:ext xmlns:a="http://schemas.openxmlformats.org/drawingml/2006/main" cx="673417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63037"/>
                <a:gridCol w="1885569"/>
                <a:gridCol w="1885569"/>
              </a:tblGrid>
              <a:tr h="642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Latency (ms)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C5776-F672-4BD1-AD82-9079B315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1838"/>
            <a:ext cx="6391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DC780-E78A-4024-9134-EAAEF6B6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6391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F96AC-39CF-4357-872E-E4943D07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7713"/>
            <a:ext cx="6391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CFB94-6677-4169-9C8F-31997719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28925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Repeated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Hardware and workload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Memory and candidate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4136C-8398-4D5C-9C90-028FBD5E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Compact vs. baseline: +2.0 pp, 35 ms less</a:t>
            </a:r>
          </a:p>
        </p:txBody>
      </p:sp>
    </p:spTree>
    <p:extLst>
      <p:ext uri="{BB962C8B-B14F-4D97-AF65-F5344CB8AC3E}">
        <p14:creationId xmlns:p14="http://schemas.microsoft.com/office/powerpoint/2010/main" val="1388748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2026-10-07T09:44:47.4980000Z</dcterms:created>
  <dcterms:modified xsi:type="dcterms:W3CDTF">2026-10-07T09:44:47.4980000Z</dcterms:modified>
</coreProperties>
</file>