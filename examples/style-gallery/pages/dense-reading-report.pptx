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eaa3ed64d54c6b" /><Relationship Type="http://schemas.openxmlformats.org/officeDocument/2006/relationships/extended-properties" Target="/docProps/app.xml" Id="R940d14e77e8d44ab" /><Relationship Type="http://schemas.openxmlformats.org/officeDocument/2006/relationships/officeDocument" Target="/ppt/presentation.xml" Id="R728586f1aa1c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8437a0897495a"/>
  </p:sldMasterIdLst>
  <p:notesMasterIdLst>
    <p:notesMasterId xmlns:r="http://schemas.openxmlformats.org/officeDocument/2006/relationships" r:id="Rc46ea8cea2e6425a"/>
  </p:notesMasterIdLst>
  <p:sldIdLst>
    <p:sldId xmlns:r="http://schemas.openxmlformats.org/officeDocument/2006/relationships" id="256" r:id="Rd9a7c13091684553"/>
  </p:sldIdLst>
  <p:sldSz cx="13335000" cy="9429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5c207d3b964cc9" /><Relationship Type="http://schemas.openxmlformats.org/officeDocument/2006/relationships/slideMaster" Target="/ppt/slideMasters/slideMaster1.xml" Id="R8928437a0897495a" /><Relationship Type="http://schemas.openxmlformats.org/officeDocument/2006/relationships/notesMaster" Target="/ppt/notesMasters/notesMaster1.xml" Id="Rc46ea8cea2e6425a" /><Relationship Type="http://schemas.openxmlformats.org/officeDocument/2006/relationships/presProps" Target="/ppt/presProps.xml" Id="R10299265f06c4df0" /><Relationship Type="http://schemas.openxmlformats.org/officeDocument/2006/relationships/tableStyles" Target="/ppt/tableStyles.xml" Id="R679465dd264346bc" /><Relationship Type="http://schemas.openxmlformats.org/officeDocument/2006/relationships/slide" Target="/ppt/slides/slide1.xml" Id="Rd9a7c130916845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ee4c35dbe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b6acf2ffa41b0" /><Relationship Type="http://schemas.openxmlformats.org/officeDocument/2006/relationships/notesMaster" Target="/ppt/notesMasters/notesMaster1.xml" Id="R1dbf39a3984a4c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dense-reading-report; cards: GRD-004 + OTH-003.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6675ec87d4c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05f2d9e7a3430d" /><Relationship Type="http://schemas.openxmlformats.org/officeDocument/2006/relationships/slideLayout" Target="/ppt/slideLayouts/slideLayout1.xml" Id="R28c30ae953ee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30ae953ee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6cf492693410e" /><Relationship Type="http://schemas.openxmlformats.org/officeDocument/2006/relationships/notesSlide" Target="/ppt/notesSlides/notesSlide1.xml" Id="Rbd1c00b2cbd747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59D60-9A3B-4A15-9692-C4780A04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1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60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6068"/>
                </a:solidFill>
                <a:latin typeface="Arial"/>
                <a:ea typeface="Arial"/>
                <a:cs typeface="Arial"/>
              </a:rPr>
              <a:t>DENSE READING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7FCAF-9E91-4384-9EA0-9E1FF5ED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2115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9632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96324A"/>
                </a:solidFill>
                <a:latin typeface="Arial"/>
                <a:ea typeface="Arial"/>
                <a:cs typeface="Arial"/>
              </a:rPr>
              <a:t>Candidate filtering: evidence and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11DED-D24A-43D8-A55B-9A8B34E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20150"/>
            <a:ext cx="1211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A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AD491-ED4D-4602-91C8-9706399D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72550"/>
            <a:ext cx="1211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0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068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A31DD-8374-49F9-AFC9-F2EE637F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211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60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6068"/>
                </a:solidFill>
                <a:latin typeface="Arial"/>
                <a:ea typeface="Arial"/>
                <a:cs typeface="Arial"/>
              </a:rPr>
              <a:t>Research note 01    /    Independent reading    /    Original teaching fixture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E15EC-5ADD-4B39-B739-2AA9EAE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2115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The compact setting combines a 2.0 percentage-point accuracy gain with 35 ms lower latency.</a:t>
            </a:r>
          </a:p>
          <a:p xmlns:a="http://schemas.openxmlformats.org/drawingml/2006/main">
            <a:pPr>
              <a:defRPr sz="2025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These invented values illustrate a comparison method; they do not establish real performance.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609600" y="3324225"/>
          <a:ext xmlns:a="http://schemas.openxmlformats.org/drawingml/2006/main" cx="75914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40227"/>
                <a:gridCol w="2125599"/>
                <a:gridCol w="2125599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96324A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96324A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96324A"/>
                          </a:solidFill>
                          <a:latin typeface="Arial"/>
                          <a:ea typeface="Arial"/>
                          <a:cs typeface="Arial"/>
                        </a:rPr>
                        <a:t>Latency (ms)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F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242A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242A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242A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96324A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96324A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96324A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F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242A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242A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242A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94EA9-BCB3-47AC-906D-449071FE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724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A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5B54B-15D5-4774-BFF1-EAC0CC3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724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A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260E3-7F57-42B7-9D7A-4BDA82DC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7248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A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E9575-BF53-4BE9-9A9B-9507917D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3886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6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6324A"/>
                </a:solidFill>
                <a:latin typeface="Arial"/>
                <a:ea typeface="Arial"/>
                <a:cs typeface="Arial"/>
              </a:rPr>
              <a:t>How to read the difference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041D7-20E7-485D-8E8B-391AAEB3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24300"/>
            <a:ext cx="3886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Accuracy is a percentage of</a:t>
            </a:r>
          </a:p>
          <a:p xmlns:a="http://schemas.openxmlformats.org/drawingml/2006/main">
            <a:pPr>
              <a:defRPr sz="1800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correct top results. Subtracting</a:t>
            </a:r>
          </a:p>
          <a:p xmlns:a="http://schemas.openxmlformats.org/drawingml/2006/main">
            <a:pPr>
              <a:defRPr sz="1800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86.0% and 84.0% gives 2.0</a:t>
            </a:r>
          </a:p>
          <a:p xmlns:a="http://schemas.openxmlformats.org/drawingml/2006/main">
            <a:pPr>
              <a:defRPr sz="1800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percentage points, not 2.0%.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67339-C358-4CEC-AB04-014B3B80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38800"/>
            <a:ext cx="3886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632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6324A"/>
                </a:solidFill>
                <a:latin typeface="Arial"/>
                <a:ea typeface="Arial"/>
                <a:cs typeface="Arial"/>
              </a:rPr>
              <a:t>35 / 120 ≈ 29.2%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5D11D-8B45-4F7D-A25F-A6F6609D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3410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60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068"/>
                </a:solidFill>
                <a:latin typeface="Arial"/>
                <a:ea typeface="Arial"/>
                <a:cs typeface="Arial"/>
              </a:rPr>
              <a:t>relative latency reduction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D891E-FF1C-4111-9AE5-DDD9E98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59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A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7ED97-0457-43B4-A2E5-B6928FC4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759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63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6324A"/>
                </a:solidFill>
                <a:latin typeface="Arial"/>
                <a:ea typeface="Arial"/>
                <a:cs typeface="Arial"/>
              </a:rPr>
              <a:t>Mechanism and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BB246-AC56-43CA-935A-170030F3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7591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242A"/>
                </a:solidFill>
                <a:latin typeface="Arial"/>
                <a:ea typeface="Arial"/>
                <a:cs typeface="Arial"/>
              </a:rPr>
              <a:t>Query → candidate filter → ranker → top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F8C0C-B673-4CC7-B0CD-26ACF42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58125"/>
            <a:ext cx="7591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Filtering determines which candidates reach the ranker.</a:t>
            </a:r>
          </a:p>
          <a:p xmlns:a="http://schemas.openxmlformats.org/drawingml/2006/main">
            <a:pPr>
              <a:defRPr sz="1800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The fixture does not measure candidate recall or stage costs.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3DD58-444B-43E8-99DD-55994F5E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8770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6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6324A"/>
                </a:solidFill>
                <a:latin typeface="Arial"/>
                <a:ea typeface="Arial"/>
                <a:cs typeface="Arial"/>
              </a:rPr>
              <a:t>Still unmeasured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636D6-FE9C-4DAD-B412-3B7513AD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439025"/>
            <a:ext cx="38862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Repeatability</a:t>
            </a:r>
          </a:p>
          <a:p xmlns:a="http://schemas.openxmlformats.org/drawingml/2006/main">
            <a:pPr>
              <a:defRPr sz="1725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Hardware and workload variation</a:t>
            </a:r>
          </a:p>
          <a:p xmlns:a="http://schemas.openxmlformats.org/drawingml/2006/main">
            <a:pPr>
              <a:defRPr sz="1725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Memory use</a:t>
            </a:r>
          </a:p>
          <a:p xmlns:a="http://schemas.openxmlformats.org/drawingml/2006/main">
            <a:pPr>
              <a:defRPr sz="1725" b="0">
                <a:solidFill>
                  <a:srgbClr val="2724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42A"/>
                </a:solidFill>
                <a:latin typeface="Arial"/>
                <a:ea typeface="Arial"/>
                <a:cs typeface="Arial"/>
              </a:rPr>
              <a:t>Candidate recall</a:t>
            </a:r>
          </a:p>
        </p:txBody>
      </p:sp>
    </p:spTree>
    <p:extLst>
      <p:ext uri="{BB962C8B-B14F-4D97-AF65-F5344CB8AC3E}">
        <p14:creationId xmlns:p14="http://schemas.microsoft.com/office/powerpoint/2010/main" val="1999794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2026-10-07T09:44:49.8770000Z</dcterms:created>
  <dcterms:modified xsi:type="dcterms:W3CDTF">2026-10-07T09:44:49.8770000Z</dcterms:modified>
</coreProperties>
</file>