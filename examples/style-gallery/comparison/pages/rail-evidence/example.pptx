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339d6c2314bd8" /><Relationship Type="http://schemas.openxmlformats.org/officeDocument/2006/relationships/extended-properties" Target="/docProps/app.xml" Id="R3fed380b9cde4e37" /><Relationship Type="http://schemas.openxmlformats.org/officeDocument/2006/relationships/officeDocument" Target="/ppt/presentation.xml" Id="R2f06e47f2534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b66a956104bbe"/>
  </p:sldMasterIdLst>
  <p:notesMasterIdLst>
    <p:notesMasterId xmlns:r="http://schemas.openxmlformats.org/officeDocument/2006/relationships" r:id="Re9c82ea8a5f441a5"/>
  </p:notesMasterIdLst>
  <p:sldIdLst>
    <p:sldId xmlns:r="http://schemas.openxmlformats.org/officeDocument/2006/relationships" id="256" r:id="Rffd8306ac32e4360"/>
    <p:sldId xmlns:r="http://schemas.openxmlformats.org/officeDocument/2006/relationships" id="257" r:id="Rd55fd19b1c1048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d005fa49a142af" /><Relationship Type="http://schemas.openxmlformats.org/officeDocument/2006/relationships/slideMaster" Target="/ppt/slideMasters/slideMaster1.xml" Id="Rc01b66a956104bbe" /><Relationship Type="http://schemas.openxmlformats.org/officeDocument/2006/relationships/notesMaster" Target="/ppt/notesMasters/notesMaster1.xml" Id="Re9c82ea8a5f441a5" /><Relationship Type="http://schemas.openxmlformats.org/officeDocument/2006/relationships/presProps" Target="/ppt/presProps.xml" Id="Rfa9c2b5063714f8b" /><Relationship Type="http://schemas.openxmlformats.org/officeDocument/2006/relationships/tableStyles" Target="/ppt/tableStyles.xml" Id="Rf5f0ebc3fdb34dd8" /><Relationship Type="http://schemas.openxmlformats.org/officeDocument/2006/relationships/slide" Target="/ppt/slides/slide1.xml" Id="Rffd8306ac32e4360" /><Relationship Type="http://schemas.openxmlformats.org/officeDocument/2006/relationships/slide" Target="/ppt/slides/slide2.xml" Id="Rd55fd19b1c1048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ea1bbfdea240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007392db4465a" /><Relationship Type="http://schemas.openxmlformats.org/officeDocument/2006/relationships/notesMaster" Target="/ppt/notesMasters/notesMaster1.xml" Id="Rc05d2fc195c047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3bcbe406c14aa6" /><Relationship Type="http://schemas.openxmlformats.org/officeDocument/2006/relationships/notesMaster" Target="/ppt/notesMasters/notesMaster1.xml" Id="Rc9c2aebef2dc4d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rail-evidence. Presentation-only cards: GRD-007 + CLR-007.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rail-evidence. Presentation-only cards: GRD-007 + CLR-007.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1bb82dea8c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3a9ebf82e490e" /><Relationship Type="http://schemas.openxmlformats.org/officeDocument/2006/relationships/slideLayout" Target="/ppt/slideLayouts/slideLayout1.xml" Id="R899e2da315c0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e2da315c0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65b11a7db49a5" /><Relationship Type="http://schemas.openxmlformats.org/officeDocument/2006/relationships/notesSlide" Target="/ppt/notesSlides/notesSlide1.xml" Id="Ra4e53fe5ab4349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129f7af824e72" /><Relationship Type="http://schemas.openxmlformats.org/officeDocument/2006/relationships/notesSlide" Target="/ppt/notesSlides/notesSlide2.xml" Id="R044087eefda542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FDA8E-5350-4C11-9E16-6FEAEB71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571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B118F-A332-4843-8B46-6ABB2E6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A73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E4FFC-EDA0-4311-BF58-8264850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591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990600" y="2390775"/>
          <a:ext xmlns:a="http://schemas.openxmlformats.org/drawingml/2006/main" cx="7000875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0350"/>
                <a:gridCol w="1890236"/>
                <a:gridCol w="2310289"/>
              </a:tblGrid>
              <a:tr h="6905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84B7D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525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C03BC-CB8D-417B-8F04-2FFCE03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1338"/>
            <a:ext cx="6696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05002-BFFC-478C-8469-A138C56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6696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4F00B-B3E1-4F73-B8A0-B1B5479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62463"/>
            <a:ext cx="6696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AD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83E8AD-5CAD-4B4B-AB24-C30A566C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00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E85F4-C821-4365-9437-932ED5F6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57525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F0AA2-A185-4AC2-A15A-273E946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71950"/>
            <a:ext cx="300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17E40-48E4-4D49-A312-DB535C59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71925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DA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DE480-066E-4998-A63E-97DE5690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29300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69C1E-7359-4B5B-9F51-43BE86F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24625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12660792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4DD80-24BC-4DB4-8B84-A5DB9148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5750"/>
            <a:ext cx="571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7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6E6D6-52E6-4115-87A5-B68AB2DA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6A73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80FB-7CAC-4445-A8B8-6238F3F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591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5FCA0-7075-4B93-8945-4BCF07FB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36696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BCA23-37C6-4C14-8F1A-06406815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47975"/>
            <a:ext cx="21383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861B2-380A-4C65-AB36-A7A8F75D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3" y="2552700"/>
            <a:ext cx="236696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F6579-8BDB-4B29-A96F-DDDC770E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2847975"/>
            <a:ext cx="21383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6E95C-B14E-4CF5-B589-00B0919A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552700"/>
            <a:ext cx="236696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15231-9CB7-41DF-839A-EF67D015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47975"/>
            <a:ext cx="21383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8B404-4E09-4B6C-B5F5-62D286E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552700"/>
            <a:ext cx="2366963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E0926-ED99-4209-B697-25C1024A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847975"/>
            <a:ext cx="213836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525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7563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D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48376" y="3028950"/>
            <a:ext cx="3238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D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39188" y="30289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4B7D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2F005-8A35-49F0-A348-7C5FDDA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100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84B7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4B7D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C8E40-FFED-4C37-A4D0-EA440E5E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8100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4306-6E9D-4E3B-BD63-2FE9CB89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043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5252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2525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C4493A-74B7-459E-8921-967BF930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10439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0B6E7A-C353-462D-B055-0D7B521F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24625"/>
            <a:ext cx="1059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A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A73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963922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2026-10-07T14:55:49.7120000Z</dcterms:created>
  <dcterms:modified xsi:type="dcterms:W3CDTF">2026-10-07T14:55:49.7120000Z</dcterms:modified>
</coreProperties>
</file>