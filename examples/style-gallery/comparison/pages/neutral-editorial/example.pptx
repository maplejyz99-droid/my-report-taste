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0918feb31543c1" /><Relationship Type="http://schemas.openxmlformats.org/officeDocument/2006/relationships/extended-properties" Target="/docProps/app.xml" Id="R2d9287d5f1274193" /><Relationship Type="http://schemas.openxmlformats.org/officeDocument/2006/relationships/officeDocument" Target="/ppt/presentation.xml" Id="Rbcf7b7830c2f41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e9f95872c846c6"/>
  </p:sldMasterIdLst>
  <p:notesMasterIdLst>
    <p:notesMasterId xmlns:r="http://schemas.openxmlformats.org/officeDocument/2006/relationships" r:id="R922cf95c63e44934"/>
  </p:notesMasterIdLst>
  <p:sldIdLst>
    <p:sldId xmlns:r="http://schemas.openxmlformats.org/officeDocument/2006/relationships" id="256" r:id="R33190da2058d43c2"/>
    <p:sldId xmlns:r="http://schemas.openxmlformats.org/officeDocument/2006/relationships" id="257" r:id="Ra943f4dfe72949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1a21e27dda488a" /><Relationship Type="http://schemas.openxmlformats.org/officeDocument/2006/relationships/slideMaster" Target="/ppt/slideMasters/slideMaster1.xml" Id="R3ae9f95872c846c6" /><Relationship Type="http://schemas.openxmlformats.org/officeDocument/2006/relationships/notesMaster" Target="/ppt/notesMasters/notesMaster1.xml" Id="R922cf95c63e44934" /><Relationship Type="http://schemas.openxmlformats.org/officeDocument/2006/relationships/presProps" Target="/ppt/presProps.xml" Id="R62af7e97d2674b1a" /><Relationship Type="http://schemas.openxmlformats.org/officeDocument/2006/relationships/tableStyles" Target="/ppt/tableStyles.xml" Id="Rdf9b56fe27e047c9" /><Relationship Type="http://schemas.openxmlformats.org/officeDocument/2006/relationships/slide" Target="/ppt/slides/slide1.xml" Id="R33190da2058d43c2" /><Relationship Type="http://schemas.openxmlformats.org/officeDocument/2006/relationships/slide" Target="/ppt/slides/slide2.xml" Id="Ra943f4dfe72949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4d9cf20519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f339b046fb4e65" /><Relationship Type="http://schemas.openxmlformats.org/officeDocument/2006/relationships/notesMaster" Target="/ppt/notesMasters/notesMaster1.xml" Id="Rdca05379fa5b4f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333ab0f7cc4315" /><Relationship Type="http://schemas.openxmlformats.org/officeDocument/2006/relationships/notesMaster" Target="/ppt/notesMasters/notesMaster1.xml" Id="Rdceb74762774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neutral-editorial. Presentation-only cards: GRD-008 + CLR-008.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neutral-editorial. Presentation-only cards: GRD-008 + CLR-008.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9106955144b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998f22dccd4e5f" /><Relationship Type="http://schemas.openxmlformats.org/officeDocument/2006/relationships/slideLayout" Target="/ppt/slideLayouts/slideLayout1.xml" Id="R4f048e98254a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048e98254a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995e9e4244263" /><Relationship Type="http://schemas.openxmlformats.org/officeDocument/2006/relationships/notesSlide" Target="/ppt/notesSlides/notesSlide1.xml" Id="R92261afec1614c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d81297baa4cd5" /><Relationship Type="http://schemas.openxmlformats.org/officeDocument/2006/relationships/notesSlide" Target="/ppt/notesSlides/notesSlide2.xml" Id="R7a8dbe69378a4b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B9C85-D491-4AA1-83D6-E48EEDDB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Compact filtering improves both fixture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17E88-BA8C-4654-95B7-39F1D75B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9120"/>
                <a:gridCol w="2962656"/>
                <a:gridCol w="3621024"/>
              </a:tblGrid>
              <a:tr h="6786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Latency (ms/query)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1A675-C400-4C2A-9DB4-199CDF1C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4181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7BF90-9378-4C5D-95FC-4398981B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2838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4139-C870-4631-9263-37AEFF24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1494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7D566-CE1C-4FD3-9A1E-4E222AD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Compact vs.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63BD1-7F35-4301-A09A-D50CCBE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29225"/>
            <a:ext cx="3705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2.0 pp higher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8091D-ABBF-45DE-B5CE-EB512BA4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29225"/>
            <a:ext cx="3848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35 ms less per 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BAC1F-1D79-4AFF-A0CE-8CFC0390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No repeated trials or deployment measurements.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4651C-F258-4C14-B1B4-30B4ED24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953629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6E1AF-F276-4EAA-BDC5-076928E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Candidate filtering before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63C75-C416-4EAA-888D-90DE5349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2222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A081E-27E3-49AA-BD83-00E04837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25003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EE586-F2D1-4548-8575-D615E796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13DC1-3484-4988-97E5-7BB0A357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38425"/>
            <a:ext cx="25003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B1BE4-B003-47F9-A117-5EBE616B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933700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Candidate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5711D-5EA5-4CA0-BD7C-21397ED2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38425"/>
            <a:ext cx="25003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43B5E-DBBB-4F71-BC85-2560968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33700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56D5F-4843-4310-BE00-AB1A94F3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38425"/>
            <a:ext cx="25003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42148-C482-443B-9FE7-39881F53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933700"/>
            <a:ext cx="22717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29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09913" y="31146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34076" y="3114675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58238" y="31146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B8D93-2540-4685-92C8-51006047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81425"/>
            <a:ext cx="2724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502E6-5746-4960-937D-AD9D7667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81425"/>
            <a:ext cx="28479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D48AC-D006-4979-9F4E-72382378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The ranker cannot recover candidates removed by the filter.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7AAC9-F923-42E6-8F05-C042B236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Candidate recall and internal stage costs remain unmeasured.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7E686-835F-4E1D-8A25-784143AD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70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7070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128671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2026-10-07T14:55:51.1910000Z</dcterms:created>
  <dcterms:modified xsi:type="dcterms:W3CDTF">2026-10-07T14:55:51.1910000Z</dcterms:modified>
</coreProperties>
</file>