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2133a8b3649a5" /><Relationship Type="http://schemas.openxmlformats.org/officeDocument/2006/relationships/extended-properties" Target="/docProps/app.xml" Id="Rac295beac2134144" /><Relationship Type="http://schemas.openxmlformats.org/officeDocument/2006/relationships/officeDocument" Target="/ppt/presentation.xml" Id="R254381524bda47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d0601c9ac649af"/>
  </p:sldMasterIdLst>
  <p:notesMasterIdLst>
    <p:notesMasterId xmlns:r="http://schemas.openxmlformats.org/officeDocument/2006/relationships" r:id="R42cd0a4d9b774a9d"/>
  </p:notesMasterIdLst>
  <p:sldIdLst>
    <p:sldId xmlns:r="http://schemas.openxmlformats.org/officeDocument/2006/relationships" id="256" r:id="Rfafa49441e0f4ba5"/>
    <p:sldId xmlns:r="http://schemas.openxmlformats.org/officeDocument/2006/relationships" id="257" r:id="R03e9bcacc2a44c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fdcfce0764cf6" /><Relationship Type="http://schemas.openxmlformats.org/officeDocument/2006/relationships/slideMaster" Target="/ppt/slideMasters/slideMaster1.xml" Id="R2ad0601c9ac649af" /><Relationship Type="http://schemas.openxmlformats.org/officeDocument/2006/relationships/notesMaster" Target="/ppt/notesMasters/notesMaster1.xml" Id="R42cd0a4d9b774a9d" /><Relationship Type="http://schemas.openxmlformats.org/officeDocument/2006/relationships/presProps" Target="/ppt/presProps.xml" Id="R054be9fab2de46ba" /><Relationship Type="http://schemas.openxmlformats.org/officeDocument/2006/relationships/tableStyles" Target="/ppt/tableStyles.xml" Id="R0138e828dfa84c98" /><Relationship Type="http://schemas.openxmlformats.org/officeDocument/2006/relationships/slide" Target="/ppt/slides/slide1.xml" Id="Rfafa49441e0f4ba5" /><Relationship Type="http://schemas.openxmlformats.org/officeDocument/2006/relationships/slide" Target="/ppt/slides/slide2.xml" Id="R03e9bcacc2a4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11b72c674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6ae96704d44b6e" /><Relationship Type="http://schemas.openxmlformats.org/officeDocument/2006/relationships/notesMaster" Target="/ppt/notesMasters/notesMaster1.xml" Id="Reb0012b52f2444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3f82a7dd724610" /><Relationship Type="http://schemas.openxmlformats.org/officeDocument/2006/relationships/notesMaster" Target="/ppt/notesMasters/notesMaster1.xml" Id="R96065ea9a6814f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green-navigation. Presentation-only cards: GRD-006 + CLR-006.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[slide-id:S02]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green-navigation. Presentation-only cards: GRD-006 + CLR-006.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d11f9830c4c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4fd718d4224900" /><Relationship Type="http://schemas.openxmlformats.org/officeDocument/2006/relationships/slideLayout" Target="/ppt/slideLayouts/slideLayout1.xml" Id="R9f7a97c9b4ab42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a97c9b4ab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f559ee89440e6" /><Relationship Type="http://schemas.openxmlformats.org/officeDocument/2006/relationships/notesSlide" Target="/ppt/notesSlides/notesSlide1.xml" Id="Rae07faae757449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16eaec6bc48b2" /><Relationship Type="http://schemas.openxmlformats.org/officeDocument/2006/relationships/notesSlide" Target="/ppt/notesSlides/notesSlide2.xml" Id="R9ace5350d4b74f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A9C39-7C17-4B98-8289-15AC8E7B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F8B64-A62D-4D78-9D36-326029C3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6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0A7B0-35CD-43B8-B1E3-E0AF81A4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2FE1F-3F05-4464-A50F-1200747B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8C63"/>
                </a:solidFill>
                <a:latin typeface="Arial"/>
                <a:ea typeface="Arial"/>
                <a:cs typeface="Arial"/>
              </a:rPr>
              <a:t>Compact filtering improves both fixture metrics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9120"/>
                <a:gridCol w="2962656"/>
                <a:gridCol w="3621024"/>
              </a:tblGrid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63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63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63"/>
                          </a:solidFill>
                          <a:latin typeface="Arial"/>
                          <a:ea typeface="Arial"/>
                          <a:cs typeface="Arial"/>
                        </a:rPr>
                        <a:t>Latency (ms/query)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5F6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8C63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8C63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8C63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5F6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36F7E-1E11-4668-BA88-21306DE9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CD236-31B0-47DB-B530-7F563DB2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CCA14-03B7-4FCA-9180-2F91458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F6574-57C9-45A2-ADCF-122EC23F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DCCF9-3BB0-4FF3-A39C-299259D7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Compact vs.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DF3C8-E3C2-4F77-BBB7-FA12B6F5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2387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C63"/>
                </a:solidFill>
                <a:latin typeface="Arial"/>
                <a:ea typeface="Arial"/>
                <a:cs typeface="Arial"/>
              </a:rPr>
              <a:t>2.0 pp higher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BE474-ACA1-4DC6-83B7-2FD91E0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867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C63"/>
                </a:solidFill>
                <a:latin typeface="Arial"/>
                <a:ea typeface="Arial"/>
                <a:cs typeface="Arial"/>
              </a:rPr>
              <a:t>35 ms less per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A0FD0-F764-4A13-BD93-57F2AF8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No repeated trials or deployment measurements.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D5894-C841-4070-B395-6FDBBE8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107447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C4E89-2458-4108-A1C9-9154369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4B544-3B4C-4F90-B7F8-17B5B3E1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6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C3E60-AF9A-45AF-A1A7-E85A358A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65950-2E36-4632-9B57-90931A01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8C63"/>
                </a:solidFill>
                <a:latin typeface="Arial"/>
                <a:ea typeface="Arial"/>
                <a:cs typeface="Arial"/>
              </a:rPr>
              <a:t>Candidate filtering before ranking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41B9C-69F9-4CB9-840C-ABE5EC9C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50031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AEBC4-5488-4EA3-B105-B1EBD52E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FDF95-267D-4BF7-BB66-AF4C752F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590800"/>
            <a:ext cx="250031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6F1"/>
          </a:solidFill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2EA72-DB11-4E1B-AC9E-DD9E9137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88607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63"/>
                </a:solidFill>
                <a:latin typeface="Arial"/>
                <a:ea typeface="Arial"/>
                <a:cs typeface="Arial"/>
              </a:rPr>
              <a:t>Candidate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B7E7D-E1A3-4DFA-9A74-70F6708F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90800"/>
            <a:ext cx="250031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05DC0-8EC6-40BF-AFB3-637D0F4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8607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Ranker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1C25C-7050-45CB-BFD9-FA95C731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90800"/>
            <a:ext cx="250031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687E4-97F0-484D-A1ED-2124A90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88607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Top result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9913" y="3067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63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34076" y="3067050"/>
            <a:ext cx="3238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63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758238" y="3067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63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DFC35-6E93-41EB-A219-BDB2FA28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9572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C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C63"/>
                </a:solidFill>
                <a:latin typeface="Arial"/>
                <a:ea typeface="Arial"/>
                <a:cs typeface="Arial"/>
              </a:rPr>
              <a:t>Select a subset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9B898-F24F-407C-BBE2-DE76B7A4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957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Order that subset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7D5C3-6429-4657-BBDE-DB863532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5F6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E63A2-28D6-4549-B1E2-2645286B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59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ranker cannot recover candidates removed by the filter.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1B84B-0D45-425C-9701-450D3436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Candidate recall and internal stage costs remain unmeasured.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FE59A-A82F-4CDE-8981-0F945E0C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7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763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1552639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2026-10-07T14:55:48.2340000Z</dcterms:created>
  <dcterms:modified xsi:type="dcterms:W3CDTF">2026-10-07T14:55:48.2340000Z</dcterms:modified>
</coreProperties>
</file>