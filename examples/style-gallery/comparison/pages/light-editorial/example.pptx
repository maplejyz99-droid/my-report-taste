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9e84f12634231" /><Relationship Type="http://schemas.openxmlformats.org/officeDocument/2006/relationships/extended-properties" Target="/docProps/app.xml" Id="Rb335c8135fa3411a" /><Relationship Type="http://schemas.openxmlformats.org/officeDocument/2006/relationships/officeDocument" Target="/ppt/presentation.xml" Id="Rbbc9827c9d4344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dea6205344357"/>
  </p:sldMasterIdLst>
  <p:notesMasterIdLst>
    <p:notesMasterId xmlns:r="http://schemas.openxmlformats.org/officeDocument/2006/relationships" r:id="R2db8bfd002cd4278"/>
  </p:notesMasterIdLst>
  <p:sldIdLst>
    <p:sldId xmlns:r="http://schemas.openxmlformats.org/officeDocument/2006/relationships" id="256" r:id="R511a2cdd3c7e4647"/>
    <p:sldId xmlns:r="http://schemas.openxmlformats.org/officeDocument/2006/relationships" id="257" r:id="Rdeb0356f0fbc45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506c41f8cd4f53" /><Relationship Type="http://schemas.openxmlformats.org/officeDocument/2006/relationships/slideMaster" Target="/ppt/slideMasters/slideMaster1.xml" Id="R6fbdea6205344357" /><Relationship Type="http://schemas.openxmlformats.org/officeDocument/2006/relationships/notesMaster" Target="/ppt/notesMasters/notesMaster1.xml" Id="R2db8bfd002cd4278" /><Relationship Type="http://schemas.openxmlformats.org/officeDocument/2006/relationships/presProps" Target="/ppt/presProps.xml" Id="R91d647e2846e4c61" /><Relationship Type="http://schemas.openxmlformats.org/officeDocument/2006/relationships/tableStyles" Target="/ppt/tableStyles.xml" Id="R10847784b61946e6" /><Relationship Type="http://schemas.openxmlformats.org/officeDocument/2006/relationships/slide" Target="/ppt/slides/slide1.xml" Id="R511a2cdd3c7e4647" /><Relationship Type="http://schemas.openxmlformats.org/officeDocument/2006/relationships/slide" Target="/ppt/slides/slide2.xml" Id="Rdeb0356f0fbc45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b39930344448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f09ea4d5eb4c8f" /><Relationship Type="http://schemas.openxmlformats.org/officeDocument/2006/relationships/notesMaster" Target="/ppt/notesMasters/notesMaster1.xml" Id="Rb1202b0e2b0e44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05192bef6242e6" /><Relationship Type="http://schemas.openxmlformats.org/officeDocument/2006/relationships/notesMaster" Target="/ppt/notesMasters/notesMaster1.xml" Id="Rb351b3e8f3f947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light-editorial. Presentation-only cards: GRD-002 + CLR-002.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light-editorial. Presentation-only cards: GRD-002 + CLR-002.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57b46e8a54f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fbcbff2b994dda" /><Relationship Type="http://schemas.openxmlformats.org/officeDocument/2006/relationships/slideLayout" Target="/ppt/slideLayouts/slideLayout1.xml" Id="Rfa3676093156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3676093156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a8ff2a0114ded" /><Relationship Type="http://schemas.openxmlformats.org/officeDocument/2006/relationships/notesSlide" Target="/ppt/notesSlides/notesSlide1.xml" Id="R56526e6695694e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c7a9ef6cf4eb9" /><Relationship Type="http://schemas.openxmlformats.org/officeDocument/2006/relationships/notesSlide" Target="/ppt/notesSlides/notesSlide2.xml" Id="Rfc3eac50bb904b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E8116-17E7-4855-9E21-D199C943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Compact filtering improves both fixture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8A161-9ACC-40C7-904B-FA6BFD2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19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737F2-6A02-4454-81E1-C1A8BEDB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76450"/>
            <a:ext cx="5524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FB2A7-5C76-4780-9A0B-7F2392EB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2.0 pp higher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ED4A0-95D5-42F2-AE29-FFCDDEB2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35 ms less per 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4BD92-3579-42B7-9CEE-2E56E6F6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B73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737A"/>
                </a:solidFill>
                <a:latin typeface="Arial"/>
                <a:ea typeface="Arial"/>
                <a:cs typeface="Arial"/>
              </a:rPr>
              <a:t>Compact vs. baseline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37528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9120"/>
                <a:gridCol w="2962656"/>
                <a:gridCol w="3621024"/>
              </a:tblGrid>
              <a:tr h="523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Latency (ms/query)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BEE97-2A11-42F1-8166-A80E0A85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63ADB-D340-4B3C-8C17-DEA9E0B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D94F3-776B-48E8-9F5B-188520D0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413E4-D69F-480B-8ABB-53BF7460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73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737A"/>
                </a:solidFill>
                <a:latin typeface="Arial"/>
                <a:ea typeface="Arial"/>
                <a:cs typeface="Arial"/>
              </a:rPr>
              <a:t>No repeated trials or deployment measurements.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E3B4F-651E-41A8-BCBE-EE5506D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37A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849919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CF866-463A-4292-8B22-667440E7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Candidate filtering before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F33FE-F267-451C-9C52-1FB7A405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FE880-3EC2-47AA-B1C4-E9E5C2EA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B0B5D-109C-48DF-984B-93DC58A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C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A9340-56A6-4FBD-BA86-02F47C16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Candidate 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21325-E346-4A04-933F-5252183D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2A577-DAB1-4FE1-8629-1BB77F3B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5593D-FA96-42C0-A2BF-AC9AC587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500313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7C7C4-BCBD-4AA4-8636-567E5FDF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886075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27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09913" y="3067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FCA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34076" y="3067050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FCA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58238" y="3067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6FCA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ED5FF-94D2-4EEA-BC84-70901D9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9572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6A011-EAE1-4DB1-9B29-7036138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95725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A906A-BFFF-4005-8719-86BC067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The ranker cannot recover candidates removed by the filter.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385FA-4FEC-4024-AC7D-9DE3D2D3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73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737A"/>
                </a:solidFill>
                <a:latin typeface="Arial"/>
                <a:ea typeface="Arial"/>
                <a:cs typeface="Arial"/>
              </a:rPr>
              <a:t>Candidate recall and internal stage costs remain unmeasured.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E83BC-BEE6-4799-8866-0A3D8CB3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B73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B737A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1655463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2026-10-07T14:55:43.0500000Z</dcterms:created>
  <dcterms:modified xsi:type="dcterms:W3CDTF">2026-10-07T14:55:43.0500000Z</dcterms:modified>
</coreProperties>
</file>